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erriweather Black"/>
      <p:bold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Black-boldItalic.fntdata"/><Relationship Id="rId14" Type="http://schemas.openxmlformats.org/officeDocument/2006/relationships/font" Target="fonts/MerriweatherBlack-bold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16668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A31621"/>
                </a:solidFill>
                <a:latin typeface="DM Sans"/>
                <a:ea typeface="DM Sans"/>
                <a:cs typeface="DM Sans"/>
                <a:sym typeface="DM Sans"/>
              </a:rPr>
              <a:t>PART 2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066925"/>
            <a:ext cx="900112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5088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Applications of Machine Learning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086225"/>
            <a:ext cx="952500" cy="38100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410075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Transforming industries and reshaping daily life through intelligent systems.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19050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Disease Diagnosis: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Analysis of medical images (X-rays, MRIs, CT scans) to identify anomalies with high precision.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7051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Drug Discovery: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Accelerating the development of new pharmaceutical compounds and predicting their efficacy.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5052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Personalized Treatment: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Tailoring medical plans based on individual genetic profiles and history.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3053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Risk Prediction: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Analyzing patient data to predict readmission risks and potential complications.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51054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Early Detection: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Identifying early warning signs of chronic diseases like cancer and diabetes.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Healthcare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24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4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4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04875" y="19050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Fraud Detection: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Real-time monitoring of credit card transactions to identify suspicious activities.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04875" y="27051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Algorithmic Trading: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Automated stock market prediction and high-frequency trading execution.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35052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Credit Scoring: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AI-driven assessment of loan applicants to determine approval and interest rates.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43053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Risk Management: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comprehensive assessment of market risks and portfolio volatility.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51054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Customer Churn: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Predicting which clients are likely to leave and proactively engaging them.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Finance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24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4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4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04875" y="19050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Recommendation Systems: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Personalizing content on platforms like Netflix, YouTube, and Amazon.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27051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Search Engines: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Improving search relevance and ranking algorithms (e.g., Google, Bing).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04875" y="35052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Virtual Assistants: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Natural language interaction via Siri, Alexa, and Google Assistant.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04875" y="43053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Spam Filtering: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Automatically detecting and filtering unwanted emails and phishing attempts.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04875" y="51054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Content Curation: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Algorithms that determine what content appears on social media feeds.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Technology &amp; Internet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24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4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4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04875" y="23050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Autonomous Vehicles: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Self-driving cars utilizing computer vision and sensor fusion for navigation.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04875" y="31051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Traffic Prediction: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Optimizing routes by analyzing real-time traffic flow data.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04875" y="39052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Predictive Maintenance: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Monitoring vehicle health to predict failures before they occur in cars and aircraft.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04875" y="47053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Ride-Sharing: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Optimizing driver allocation and pricing for services like Uber and Lyft.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Transportation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4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24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4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244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04875" y="19050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Demand Forecasting: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Predicting future product demand to optimize inventory levels.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27051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Dynamic Pricing: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Adjusting prices in real-time based on demand, competition, and other factors.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35052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Customer Segmentation: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Grouping customers for targeted marketing campaigns.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04875" y="43053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Visual Search: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Allowing users to search for products using images instead of text.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04875" y="510540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Product Recommendations: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Suggesting items based on browsing history and purchase behavior.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Retail &amp; E-commerce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24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4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4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904875" y="15049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Language Translation: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Real-time natural language translation services.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23050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Recognition Systems: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Advanced image and speech recognition capabilities.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04875" y="31051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Climate Modeling: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Predicting weather patterns and modeling climate change scenarios.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04875" y="39052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Manufacturing: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Automated quality control and defect detection on assembly lines.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04875" y="47053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Cybersecurity: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Detecting potential threats and anomalies in network traffic.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04875" y="5505450"/>
            <a:ext cx="60102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Agriculture: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Crop yield prediction and precision farming techniques.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5524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Other Key Applications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24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4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24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4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24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245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571500" y="1595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71500" y="2366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3910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4681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1666875" y="17716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https://cdn.prod.website-files.com/61af51425453b4a72f3a991a/65ddda4e50552a8f2d07a0c2_Podcast%20Episode%201%20(1).png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666875" y="19812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www.optinum.co.za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666875" y="254317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https://cdn.dribbble.com/userupload/31600739/file/original-957c7e47c63a9fc21bbd9e35855042ff.png?resize=400x0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666875" y="27527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dribbble.com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666875" y="331470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https://pub.mdpi-res.com/systems/systems-13-00753/article_deploy/html/images/systems-13-00753-g002.png?1762406171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666875" y="352425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1666875" y="408622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https://blog.sintef.com/wp-content/uploads/2023/03/shutterstock-671755273-1.jpg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666875" y="429577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blog.sintef.com</a:t>
            </a:r>
            <a:endParaRPr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1666875" y="48577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https://www.demandsage.com/wp-content/uploads/2025/03/AI-Use-Case-In-Retail.png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666875" y="50673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www.demandsage.com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1666875" y="562927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https://opencv.org/wp-content/uploads/2023/09/image-2-1024x576.jpeg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666875" y="58388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opencv.org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